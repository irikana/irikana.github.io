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_ste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ste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ste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step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step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step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ste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step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step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ste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step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step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step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step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step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step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ste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step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